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tx1"/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/>
      <p:pic>
        <p:nvPicPr>
          <p:cNvPr id="4" name="图片 3" descr="jimeng-2026-01-21-849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6035" y="80645"/>
            <a:ext cx="4385310" cy="4940300"/>
          </a:xfrm>
          <a:prstGeom prst="rect">
            <a:avLst/>
          </a:prstGeom>
        </p:spPr>
      </p:pic>
      <p:pic>
        <p:nvPicPr>
          <p:cNvPr id="5" name="图片 4" descr="jimeng-2026-01-21-868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885" y="5020945"/>
            <a:ext cx="7801610" cy="16465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tx1"/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/>
      <p:pic>
        <p:nvPicPr>
          <p:cNvPr id="6" name="图片 5" descr="jimeng-2026-01-21-789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25" y="1943735"/>
            <a:ext cx="10699115" cy="29705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pic>
        <p:nvPicPr>
          <p:cNvPr id="4" name="图片 3" descr="jimeng-2026-01-21-849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6035" y="80645"/>
            <a:ext cx="4385310" cy="4940300"/>
          </a:xfrm>
          <a:prstGeom prst="rect">
            <a:avLst/>
          </a:prstGeom>
        </p:spPr>
      </p:pic>
      <p:pic>
        <p:nvPicPr>
          <p:cNvPr id="5" name="图片 4" descr="jimeng-2026-01-21-868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885" y="5020945"/>
            <a:ext cx="7801610" cy="16465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pic>
        <p:nvPicPr>
          <p:cNvPr id="6" name="图片 5" descr="jimeng-2026-01-21-789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25" y="1943735"/>
            <a:ext cx="10699115" cy="29705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JB Z</cp:lastModifiedBy>
  <cp:revision>7</cp:revision>
  <dcterms:created xsi:type="dcterms:W3CDTF">2023-08-09T12:44:00Z</dcterms:created>
  <dcterms:modified xsi:type="dcterms:W3CDTF">2026-01-21T08:19:53Z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CDBF6DDAA70540E7A8C9472927140F17_12</vt:lpwstr>
  </property>
</Properties>
</file>